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573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19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99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03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83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10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67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33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2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42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19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20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4DE9B-4B62-459D-B0EA-99D2416607AC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9DD31-D1B7-4890-88F1-BB0299B8B1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754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1632671" y="2865847"/>
            <a:ext cx="8761009" cy="1841324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897714" y="3392814"/>
            <a:ext cx="1793680" cy="43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파일명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97715" y="2969812"/>
            <a:ext cx="87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신청서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743066" y="2969812"/>
            <a:ext cx="91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(~6.30)</a:t>
            </a:r>
            <a:endParaRPr lang="ko-KR" altLang="en-US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10511246" y="3961403"/>
            <a:ext cx="1072037" cy="60960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897714" y="1808921"/>
            <a:ext cx="1793680" cy="43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파일명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18526" y="1343770"/>
            <a:ext cx="87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동의서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723403" y="1343770"/>
            <a:ext cx="91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(~6.30)</a:t>
            </a:r>
            <a:endParaRPr lang="ko-KR" altLang="en-US" dirty="0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1632671" y="1343770"/>
            <a:ext cx="8761009" cy="1101256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330238" y="1575686"/>
            <a:ext cx="1072037" cy="609601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공통</a:t>
            </a:r>
            <a:endParaRPr lang="ko-KR" altLang="en-US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220085" y="4981491"/>
            <a:ext cx="1072037" cy="609601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개별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330238" y="2636520"/>
            <a:ext cx="1128611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4092903" y="3446889"/>
            <a:ext cx="1793680" cy="43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파일명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092966" y="3000292"/>
            <a:ext cx="114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상담일지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091735" y="3000292"/>
            <a:ext cx="91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(~7.25)</a:t>
            </a:r>
            <a:endParaRPr lang="ko-KR" altLang="en-US" dirty="0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6011329" y="3392814"/>
            <a:ext cx="755231" cy="52346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4092903" y="4047544"/>
            <a:ext cx="1793680" cy="43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파일명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6009387" y="4004474"/>
            <a:ext cx="755231" cy="52346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10518426" y="1549307"/>
            <a:ext cx="1307814" cy="60960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제출완료</a:t>
            </a:r>
            <a:endParaRPr lang="ko-KR" altLang="en-US" dirty="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0491311" y="3220535"/>
            <a:ext cx="1307814" cy="60960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제출완료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4092903" y="1818926"/>
            <a:ext cx="1793680" cy="43732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농협 </a:t>
            </a:r>
            <a:r>
              <a:rPr lang="en-US" altLang="ko-KR" dirty="0" smtClean="0"/>
              <a:t>231-23…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092903" y="1391020"/>
            <a:ext cx="114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계좌번호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091735" y="1404937"/>
            <a:ext cx="91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(~6.30)</a:t>
            </a:r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1897714" y="228600"/>
            <a:ext cx="8620712" cy="6858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/>
              <a:t>제목</a:t>
            </a:r>
            <a:r>
              <a:rPr lang="en-US" altLang="ko-KR" sz="2400" dirty="0" smtClean="0"/>
              <a:t>(2026</a:t>
            </a:r>
            <a:r>
              <a:rPr lang="ko-KR" altLang="en-US" sz="2400" dirty="0" smtClean="0"/>
              <a:t>년도 성장 </a:t>
            </a:r>
            <a:r>
              <a:rPr lang="ko-KR" altLang="en-US" sz="2400" dirty="0" err="1" smtClean="0"/>
              <a:t>어드바이저</a:t>
            </a:r>
            <a:r>
              <a:rPr lang="ko-KR" altLang="en-US" sz="2400" dirty="0" smtClean="0"/>
              <a:t> 프로그램 </a:t>
            </a:r>
            <a:r>
              <a:rPr lang="en-US" altLang="ko-KR" sz="2400" dirty="0" smtClean="0"/>
              <a:t>– </a:t>
            </a:r>
            <a:r>
              <a:rPr lang="ko-KR" altLang="en-US" sz="2400" dirty="0" err="1" smtClean="0"/>
              <a:t>위원별</a:t>
            </a:r>
            <a:r>
              <a:rPr lang="ko-KR" altLang="en-US" sz="2400" dirty="0" smtClean="0"/>
              <a:t> 제출용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1617431" y="4908007"/>
            <a:ext cx="8761009" cy="1841324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1882474" y="5434974"/>
            <a:ext cx="1793680" cy="43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파일명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882475" y="5011972"/>
            <a:ext cx="87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신청서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2699358" y="4981491"/>
            <a:ext cx="91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(~6.30)</a:t>
            </a:r>
            <a:endParaRPr lang="ko-KR" altLang="en-US" dirty="0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10496006" y="6003563"/>
            <a:ext cx="1072037" cy="609601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4077663" y="5489049"/>
            <a:ext cx="1793680" cy="43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파일명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4077726" y="5042452"/>
            <a:ext cx="114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상담일지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5076495" y="5042452"/>
            <a:ext cx="91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(~7.25)</a:t>
            </a:r>
            <a:endParaRPr lang="ko-KR" altLang="en-US" dirty="0"/>
          </a:p>
        </p:txBody>
      </p:sp>
      <p:sp>
        <p:nvSpPr>
          <p:cNvPr id="55" name="모서리가 둥근 직사각형 54"/>
          <p:cNvSpPr/>
          <p:nvPr/>
        </p:nvSpPr>
        <p:spPr>
          <a:xfrm>
            <a:off x="5996089" y="5434974"/>
            <a:ext cx="755231" cy="52346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56" name="직사각형 55"/>
          <p:cNvSpPr/>
          <p:nvPr/>
        </p:nvSpPr>
        <p:spPr>
          <a:xfrm>
            <a:off x="4077663" y="6089704"/>
            <a:ext cx="1793680" cy="43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파일명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7" name="모서리가 둥근 직사각형 56"/>
          <p:cNvSpPr/>
          <p:nvPr/>
        </p:nvSpPr>
        <p:spPr>
          <a:xfrm>
            <a:off x="5994147" y="6046634"/>
            <a:ext cx="755231" cy="523461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58" name="모서리가 둥근 직사각형 57"/>
          <p:cNvSpPr/>
          <p:nvPr/>
        </p:nvSpPr>
        <p:spPr>
          <a:xfrm>
            <a:off x="10476071" y="5262695"/>
            <a:ext cx="1307814" cy="60960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제출완료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001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</TotalTime>
  <Words>70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bbo-s</dc:creator>
  <cp:lastModifiedBy>bbo-s</cp:lastModifiedBy>
  <cp:revision>6</cp:revision>
  <dcterms:created xsi:type="dcterms:W3CDTF">2026-10-03T08:27:30Z</dcterms:created>
  <dcterms:modified xsi:type="dcterms:W3CDTF">2026-10-04T13:16:48Z</dcterms:modified>
</cp:coreProperties>
</file>